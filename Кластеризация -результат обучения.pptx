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7"/>
  </p:notesMasterIdLst>
  <p:handoutMasterIdLst>
    <p:handoutMasterId r:id="rId8"/>
  </p:handoutMasterIdLst>
  <p:sldIdLst>
    <p:sldId id="256" r:id="rId2"/>
    <p:sldId id="259" r:id="rId3"/>
    <p:sldId id="262" r:id="rId4"/>
    <p:sldId id="263" r:id="rId5"/>
    <p:sldId id="264" r:id="rId6"/>
  </p:sldIdLst>
  <p:sldSz cx="12192000" cy="6858000"/>
  <p:notesSz cx="6858000" cy="9144000"/>
  <p:defaultTextStyle>
    <a:defPPr rtl="0">
      <a:defRPr lang="ru-RU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0" autoAdjust="0"/>
    <p:restoredTop sz="94648" autoAdjust="0"/>
  </p:normalViewPr>
  <p:slideViewPr>
    <p:cSldViewPr snapToGrid="0">
      <p:cViewPr varScale="1">
        <p:scale>
          <a:sx n="94" d="100"/>
          <a:sy n="94" d="100"/>
        </p:scale>
        <p:origin x="91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2" d="100"/>
          <a:sy n="82" d="100"/>
        </p:scale>
        <p:origin x="320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5AA53B-3EEE-4DE4-BB81-9044890C2946}" type="doc">
      <dgm:prSet loTypeId="urn:microsoft.com/office/officeart/2008/layout/VerticalCurvedList" loCatId="list" qsTypeId="urn:microsoft.com/office/officeart/2005/8/quickstyle/simple4" qsCatId="simple" csTypeId="urn:microsoft.com/office/officeart/2005/8/colors/accent2_2" csCatId="accent2" phldr="1"/>
      <dgm:spPr/>
      <dgm:t>
        <a:bodyPr rtlCol="0"/>
        <a:lstStyle/>
        <a:p>
          <a:pPr rtl="0"/>
          <a:endParaRPr lang="en-US"/>
        </a:p>
      </dgm:t>
    </dgm:pt>
    <dgm:pt modelId="{6750AC01-D39D-4F3A-9DC8-2A211EE986A2}">
      <dgm:prSet phldrT="[Text]"/>
      <dgm:spPr/>
      <dgm:t>
        <a:bodyPr rtlCol="0"/>
        <a:lstStyle/>
        <a:p>
          <a:pPr rtl="0">
            <a:lnSpc>
              <a:spcPct val="100000"/>
            </a:lnSpc>
          </a:pPr>
          <a:r>
            <a:rPr lang="ru-RU" noProof="1">
              <a:latin typeface="Calibri" panose="020F0502020204030204" pitchFamily="34" charset="0"/>
              <a:cs typeface="Calibri" panose="020F0502020204030204" pitchFamily="34" charset="0"/>
            </a:rPr>
            <a:t>Собрали кастомный датасет	</a:t>
          </a:r>
        </a:p>
      </dgm:t>
    </dgm:pt>
    <dgm:pt modelId="{720680DC-AAA4-4434-A582-60EBCC5BA355}" type="parTrans" cxnId="{0B5DAE5F-BCDC-4BF7-A6E7-CF856886A64D}">
      <dgm:prSet/>
      <dgm:spPr/>
      <dgm:t>
        <a:bodyPr rtlCol="0"/>
        <a:lstStyle/>
        <a:p>
          <a:pPr rtl="0"/>
          <a:endParaRPr lang="ru-RU" noProof="1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CA077D98-8478-47EA-B6A9-99ACE60C64D4}" type="sibTrans" cxnId="{0B5DAE5F-BCDC-4BF7-A6E7-CF856886A64D}">
      <dgm:prSet/>
      <dgm:spPr/>
      <dgm:t>
        <a:bodyPr rtlCol="0"/>
        <a:lstStyle/>
        <a:p>
          <a:pPr rtl="0"/>
          <a:endParaRPr lang="ru-RU" noProof="1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0BEF68B8-1228-47BB-83B5-7B9CD1E3F84E}">
      <dgm:prSet phldrT="[Text]"/>
      <dgm:spPr/>
      <dgm:t>
        <a:bodyPr rtlCol="0"/>
        <a:lstStyle/>
        <a:p>
          <a:pPr rtl="0">
            <a:lnSpc>
              <a:spcPct val="100000"/>
            </a:lnSpc>
          </a:pPr>
          <a:r>
            <a:rPr lang="ru-RU" noProof="1">
              <a:latin typeface="Calibri" panose="020F0502020204030204" pitchFamily="34" charset="0"/>
              <a:cs typeface="Calibri" panose="020F0502020204030204" pitchFamily="34" charset="0"/>
            </a:rPr>
            <a:t>Дообучили модель</a:t>
          </a:r>
        </a:p>
      </dgm:t>
    </dgm:pt>
    <dgm:pt modelId="{ED3A4BC2-B75A-4952-A38B-A42B5995DF05}" type="parTrans" cxnId="{EDEF4F82-1237-4639-A0F7-385C1897CE66}">
      <dgm:prSet/>
      <dgm:spPr/>
      <dgm:t>
        <a:bodyPr rtlCol="0"/>
        <a:lstStyle/>
        <a:p>
          <a:pPr rtl="0"/>
          <a:endParaRPr lang="ru-RU" noProof="1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FD949706-EDCC-4ADC-8EDF-8EDA49C92325}" type="sibTrans" cxnId="{EDEF4F82-1237-4639-A0F7-385C1897CE66}">
      <dgm:prSet/>
      <dgm:spPr/>
      <dgm:t>
        <a:bodyPr rtlCol="0"/>
        <a:lstStyle/>
        <a:p>
          <a:pPr rtl="0"/>
          <a:endParaRPr lang="ru-RU" noProof="1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5605D28D-2CE6-4513-8566-952984E21E14}">
      <dgm:prSet phldrT="[Text]"/>
      <dgm:spPr/>
      <dgm:t>
        <a:bodyPr rtlCol="0"/>
        <a:lstStyle/>
        <a:p>
          <a:pPr rtl="0">
            <a:lnSpc>
              <a:spcPct val="100000"/>
            </a:lnSpc>
          </a:pPr>
          <a:r>
            <a:rPr lang="ru-RU" noProof="1">
              <a:latin typeface="Calibri" panose="020F0502020204030204" pitchFamily="34" charset="0"/>
              <a:cs typeface="Calibri" panose="020F0502020204030204" pitchFamily="34" charset="0"/>
            </a:rPr>
            <a:t>Создали </a:t>
          </a:r>
          <a:r>
            <a:rPr lang="en-US" noProof="1">
              <a:latin typeface="Calibri" panose="020F0502020204030204" pitchFamily="34" charset="0"/>
              <a:cs typeface="Calibri" panose="020F0502020204030204" pitchFamily="34" charset="0"/>
            </a:rPr>
            <a:t>web-</a:t>
          </a:r>
          <a:r>
            <a:rPr lang="ru-RU" noProof="1">
              <a:latin typeface="Calibri" panose="020F0502020204030204" pitchFamily="34" charset="0"/>
              <a:cs typeface="Calibri" panose="020F0502020204030204" pitchFamily="34" charset="0"/>
            </a:rPr>
            <a:t>приложение</a:t>
          </a:r>
        </a:p>
      </dgm:t>
    </dgm:pt>
    <dgm:pt modelId="{EB15AB98-362B-4E70-A3DA-995FC3E8BA79}" type="parTrans" cxnId="{FAF3F884-F0CF-440F-8CB1-B7648AB1B138}">
      <dgm:prSet/>
      <dgm:spPr/>
      <dgm:t>
        <a:bodyPr rtlCol="0"/>
        <a:lstStyle/>
        <a:p>
          <a:pPr rtl="0"/>
          <a:endParaRPr lang="ru-RU" noProof="1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823D1971-2C4D-4EC5-A874-2F463DE37109}" type="sibTrans" cxnId="{FAF3F884-F0CF-440F-8CB1-B7648AB1B138}">
      <dgm:prSet/>
      <dgm:spPr/>
      <dgm:t>
        <a:bodyPr rtlCol="0"/>
        <a:lstStyle/>
        <a:p>
          <a:pPr rtl="0"/>
          <a:endParaRPr lang="ru-RU" noProof="1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57806726-6E60-4ACC-9C1C-7DF9CC365A10}" type="pres">
      <dgm:prSet presAssocID="{7E5AA53B-3EEE-4DE4-BB81-9044890C2946}" presName="Name0" presStyleCnt="0">
        <dgm:presLayoutVars>
          <dgm:chMax val="7"/>
          <dgm:chPref val="7"/>
          <dgm:dir/>
        </dgm:presLayoutVars>
      </dgm:prSet>
      <dgm:spPr/>
    </dgm:pt>
    <dgm:pt modelId="{90561C55-3C6E-4D53-85E1-2C50BCDDA392}" type="pres">
      <dgm:prSet presAssocID="{7E5AA53B-3EEE-4DE4-BB81-9044890C2946}" presName="Name1" presStyleCnt="0"/>
      <dgm:spPr/>
    </dgm:pt>
    <dgm:pt modelId="{B6CD42EC-5AD4-4004-AE5B-47EDA668DAA8}" type="pres">
      <dgm:prSet presAssocID="{7E5AA53B-3EEE-4DE4-BB81-9044890C2946}" presName="cycle" presStyleCnt="0"/>
      <dgm:spPr/>
    </dgm:pt>
    <dgm:pt modelId="{963B8EE3-40CC-4A0A-B420-D0BF920973CE}" type="pres">
      <dgm:prSet presAssocID="{7E5AA53B-3EEE-4DE4-BB81-9044890C2946}" presName="srcNode" presStyleLbl="node1" presStyleIdx="0" presStyleCnt="3"/>
      <dgm:spPr/>
    </dgm:pt>
    <dgm:pt modelId="{D79B43FC-100B-4A0D-A4D5-0D2D04B99064}" type="pres">
      <dgm:prSet presAssocID="{7E5AA53B-3EEE-4DE4-BB81-9044890C2946}" presName="conn" presStyleLbl="parChTrans1D2" presStyleIdx="0" presStyleCnt="1"/>
      <dgm:spPr/>
    </dgm:pt>
    <dgm:pt modelId="{3CAD8DA1-8D53-445C-ACE8-D8449E4F0F55}" type="pres">
      <dgm:prSet presAssocID="{7E5AA53B-3EEE-4DE4-BB81-9044890C2946}" presName="extraNode" presStyleLbl="node1" presStyleIdx="0" presStyleCnt="3"/>
      <dgm:spPr/>
    </dgm:pt>
    <dgm:pt modelId="{429CABD1-4116-474B-81BF-735E2CA9DD00}" type="pres">
      <dgm:prSet presAssocID="{7E5AA53B-3EEE-4DE4-BB81-9044890C2946}" presName="dstNode" presStyleLbl="node1" presStyleIdx="0" presStyleCnt="3"/>
      <dgm:spPr/>
    </dgm:pt>
    <dgm:pt modelId="{58319267-C71E-43C9-94E1-827D0616C7A7}" type="pres">
      <dgm:prSet presAssocID="{6750AC01-D39D-4F3A-9DC8-2A211EE986A2}" presName="text_1" presStyleLbl="node1" presStyleIdx="0" presStyleCnt="3">
        <dgm:presLayoutVars>
          <dgm:bulletEnabled val="1"/>
        </dgm:presLayoutVars>
      </dgm:prSet>
      <dgm:spPr/>
    </dgm:pt>
    <dgm:pt modelId="{79F9B8A9-2412-4B74-84A9-69422DB81CDC}" type="pres">
      <dgm:prSet presAssocID="{6750AC01-D39D-4F3A-9DC8-2A211EE986A2}" presName="accent_1" presStyleCnt="0"/>
      <dgm:spPr/>
    </dgm:pt>
    <dgm:pt modelId="{07CB3071-D555-47DA-A36A-69EB91531FD8}" type="pres">
      <dgm:prSet presAssocID="{6750AC01-D39D-4F3A-9DC8-2A211EE986A2}" presName="accentRepeatNode" presStyleLbl="solidFgAcc1" presStyleIdx="0" presStyleCnt="3"/>
      <dgm:spPr/>
    </dgm:pt>
    <dgm:pt modelId="{95DE6538-27BD-44AF-A1A8-CA8F6B10FDD2}" type="pres">
      <dgm:prSet presAssocID="{0BEF68B8-1228-47BB-83B5-7B9CD1E3F84E}" presName="text_2" presStyleLbl="node1" presStyleIdx="1" presStyleCnt="3">
        <dgm:presLayoutVars>
          <dgm:bulletEnabled val="1"/>
        </dgm:presLayoutVars>
      </dgm:prSet>
      <dgm:spPr/>
    </dgm:pt>
    <dgm:pt modelId="{312BDEE8-85BD-4F02-B35B-2CC8E701C98B}" type="pres">
      <dgm:prSet presAssocID="{0BEF68B8-1228-47BB-83B5-7B9CD1E3F84E}" presName="accent_2" presStyleCnt="0"/>
      <dgm:spPr/>
    </dgm:pt>
    <dgm:pt modelId="{3F8116AC-FAC3-4E95-9865-93CCFEB191B9}" type="pres">
      <dgm:prSet presAssocID="{0BEF68B8-1228-47BB-83B5-7B9CD1E3F84E}" presName="accentRepeatNode" presStyleLbl="solidFgAcc1" presStyleIdx="1" presStyleCnt="3"/>
      <dgm:spPr/>
    </dgm:pt>
    <dgm:pt modelId="{E131CE4A-9776-44F4-BC03-867682E21374}" type="pres">
      <dgm:prSet presAssocID="{5605D28D-2CE6-4513-8566-952984E21E14}" presName="text_3" presStyleLbl="node1" presStyleIdx="2" presStyleCnt="3">
        <dgm:presLayoutVars>
          <dgm:bulletEnabled val="1"/>
        </dgm:presLayoutVars>
      </dgm:prSet>
      <dgm:spPr/>
    </dgm:pt>
    <dgm:pt modelId="{AC9A216A-8375-48F9-A4E6-8E0B64C0209B}" type="pres">
      <dgm:prSet presAssocID="{5605D28D-2CE6-4513-8566-952984E21E14}" presName="accent_3" presStyleCnt="0"/>
      <dgm:spPr/>
    </dgm:pt>
    <dgm:pt modelId="{A965097E-32F1-4AB8-8C4E-2814A7596B2F}" type="pres">
      <dgm:prSet presAssocID="{5605D28D-2CE6-4513-8566-952984E21E14}" presName="accentRepeatNode" presStyleLbl="solidFgAcc1" presStyleIdx="2" presStyleCnt="3"/>
      <dgm:spPr/>
    </dgm:pt>
  </dgm:ptLst>
  <dgm:cxnLst>
    <dgm:cxn modelId="{A11E3B12-1828-45A7-86C3-BB85832DF84D}" type="presOf" srcId="{CA077D98-8478-47EA-B6A9-99ACE60C64D4}" destId="{D79B43FC-100B-4A0D-A4D5-0D2D04B99064}" srcOrd="0" destOrd="0" presId="urn:microsoft.com/office/officeart/2008/layout/VerticalCurvedList"/>
    <dgm:cxn modelId="{0B5DAE5F-BCDC-4BF7-A6E7-CF856886A64D}" srcId="{7E5AA53B-3EEE-4DE4-BB81-9044890C2946}" destId="{6750AC01-D39D-4F3A-9DC8-2A211EE986A2}" srcOrd="0" destOrd="0" parTransId="{720680DC-AAA4-4434-A582-60EBCC5BA355}" sibTransId="{CA077D98-8478-47EA-B6A9-99ACE60C64D4}"/>
    <dgm:cxn modelId="{29DA474E-5DFA-4C66-882F-319C49ABBB19}" type="presOf" srcId="{6750AC01-D39D-4F3A-9DC8-2A211EE986A2}" destId="{58319267-C71E-43C9-94E1-827D0616C7A7}" srcOrd="0" destOrd="0" presId="urn:microsoft.com/office/officeart/2008/layout/VerticalCurvedList"/>
    <dgm:cxn modelId="{7084AA77-BACB-46CB-AE4A-77B62D3ED1AF}" type="presOf" srcId="{5605D28D-2CE6-4513-8566-952984E21E14}" destId="{E131CE4A-9776-44F4-BC03-867682E21374}" srcOrd="0" destOrd="0" presId="urn:microsoft.com/office/officeart/2008/layout/VerticalCurvedList"/>
    <dgm:cxn modelId="{EDEF4F82-1237-4639-A0F7-385C1897CE66}" srcId="{7E5AA53B-3EEE-4DE4-BB81-9044890C2946}" destId="{0BEF68B8-1228-47BB-83B5-7B9CD1E3F84E}" srcOrd="1" destOrd="0" parTransId="{ED3A4BC2-B75A-4952-A38B-A42B5995DF05}" sibTransId="{FD949706-EDCC-4ADC-8EDF-8EDA49C92325}"/>
    <dgm:cxn modelId="{FAF3F884-F0CF-440F-8CB1-B7648AB1B138}" srcId="{7E5AA53B-3EEE-4DE4-BB81-9044890C2946}" destId="{5605D28D-2CE6-4513-8566-952984E21E14}" srcOrd="2" destOrd="0" parTransId="{EB15AB98-362B-4E70-A3DA-995FC3E8BA79}" sibTransId="{823D1971-2C4D-4EC5-A874-2F463DE37109}"/>
    <dgm:cxn modelId="{4F65CC8F-B5A8-40BE-A32B-05862B543D6A}" type="presOf" srcId="{7E5AA53B-3EEE-4DE4-BB81-9044890C2946}" destId="{57806726-6E60-4ACC-9C1C-7DF9CC365A10}" srcOrd="0" destOrd="0" presId="urn:microsoft.com/office/officeart/2008/layout/VerticalCurvedList"/>
    <dgm:cxn modelId="{4A378892-5CCC-4F0D-8A38-4BEAECF30F24}" type="presOf" srcId="{0BEF68B8-1228-47BB-83B5-7B9CD1E3F84E}" destId="{95DE6538-27BD-44AF-A1A8-CA8F6B10FDD2}" srcOrd="0" destOrd="0" presId="urn:microsoft.com/office/officeart/2008/layout/VerticalCurvedList"/>
    <dgm:cxn modelId="{4E25B52E-70EF-4A0F-B410-0B49263AF380}" type="presParOf" srcId="{57806726-6E60-4ACC-9C1C-7DF9CC365A10}" destId="{90561C55-3C6E-4D53-85E1-2C50BCDDA392}" srcOrd="0" destOrd="0" presId="urn:microsoft.com/office/officeart/2008/layout/VerticalCurvedList"/>
    <dgm:cxn modelId="{2B3DD9E4-EC9C-4B92-B380-F89BF82E7CF3}" type="presParOf" srcId="{90561C55-3C6E-4D53-85E1-2C50BCDDA392}" destId="{B6CD42EC-5AD4-4004-AE5B-47EDA668DAA8}" srcOrd="0" destOrd="0" presId="urn:microsoft.com/office/officeart/2008/layout/VerticalCurvedList"/>
    <dgm:cxn modelId="{EA357085-80A4-4D1D-9BD2-56B1E9A721FB}" type="presParOf" srcId="{B6CD42EC-5AD4-4004-AE5B-47EDA668DAA8}" destId="{963B8EE3-40CC-4A0A-B420-D0BF920973CE}" srcOrd="0" destOrd="0" presId="urn:microsoft.com/office/officeart/2008/layout/VerticalCurvedList"/>
    <dgm:cxn modelId="{F175C6D0-411C-40FD-A19B-860D49F42061}" type="presParOf" srcId="{B6CD42EC-5AD4-4004-AE5B-47EDA668DAA8}" destId="{D79B43FC-100B-4A0D-A4D5-0D2D04B99064}" srcOrd="1" destOrd="0" presId="urn:microsoft.com/office/officeart/2008/layout/VerticalCurvedList"/>
    <dgm:cxn modelId="{794BB944-68C0-47A5-9792-652802EB36AC}" type="presParOf" srcId="{B6CD42EC-5AD4-4004-AE5B-47EDA668DAA8}" destId="{3CAD8DA1-8D53-445C-ACE8-D8449E4F0F55}" srcOrd="2" destOrd="0" presId="urn:microsoft.com/office/officeart/2008/layout/VerticalCurvedList"/>
    <dgm:cxn modelId="{B8CC75C4-3D1A-49E7-80D2-915668C1368C}" type="presParOf" srcId="{B6CD42EC-5AD4-4004-AE5B-47EDA668DAA8}" destId="{429CABD1-4116-474B-81BF-735E2CA9DD00}" srcOrd="3" destOrd="0" presId="urn:microsoft.com/office/officeart/2008/layout/VerticalCurvedList"/>
    <dgm:cxn modelId="{28110BB8-F33F-498C-9A75-98364B05EFA5}" type="presParOf" srcId="{90561C55-3C6E-4D53-85E1-2C50BCDDA392}" destId="{58319267-C71E-43C9-94E1-827D0616C7A7}" srcOrd="1" destOrd="0" presId="urn:microsoft.com/office/officeart/2008/layout/VerticalCurvedList"/>
    <dgm:cxn modelId="{3866F6C9-5521-48F2-B6C3-40C9896E1605}" type="presParOf" srcId="{90561C55-3C6E-4D53-85E1-2C50BCDDA392}" destId="{79F9B8A9-2412-4B74-84A9-69422DB81CDC}" srcOrd="2" destOrd="0" presId="urn:microsoft.com/office/officeart/2008/layout/VerticalCurvedList"/>
    <dgm:cxn modelId="{D2205A4F-BB7A-4399-BC2F-78E18EC6EAFE}" type="presParOf" srcId="{79F9B8A9-2412-4B74-84A9-69422DB81CDC}" destId="{07CB3071-D555-47DA-A36A-69EB91531FD8}" srcOrd="0" destOrd="0" presId="urn:microsoft.com/office/officeart/2008/layout/VerticalCurvedList"/>
    <dgm:cxn modelId="{602753E6-8A03-492B-861A-6B9532B5AA28}" type="presParOf" srcId="{90561C55-3C6E-4D53-85E1-2C50BCDDA392}" destId="{95DE6538-27BD-44AF-A1A8-CA8F6B10FDD2}" srcOrd="3" destOrd="0" presId="urn:microsoft.com/office/officeart/2008/layout/VerticalCurvedList"/>
    <dgm:cxn modelId="{AEC540A3-E86A-4075-8BE4-263F4AFF4EA1}" type="presParOf" srcId="{90561C55-3C6E-4D53-85E1-2C50BCDDA392}" destId="{312BDEE8-85BD-4F02-B35B-2CC8E701C98B}" srcOrd="4" destOrd="0" presId="urn:microsoft.com/office/officeart/2008/layout/VerticalCurvedList"/>
    <dgm:cxn modelId="{CD5D1014-B7CB-4B47-9A02-5FBF90928A73}" type="presParOf" srcId="{312BDEE8-85BD-4F02-B35B-2CC8E701C98B}" destId="{3F8116AC-FAC3-4E95-9865-93CCFEB191B9}" srcOrd="0" destOrd="0" presId="urn:microsoft.com/office/officeart/2008/layout/VerticalCurvedList"/>
    <dgm:cxn modelId="{987EB7C0-CA3E-4874-85E0-01E9060A2D35}" type="presParOf" srcId="{90561C55-3C6E-4D53-85E1-2C50BCDDA392}" destId="{E131CE4A-9776-44F4-BC03-867682E21374}" srcOrd="5" destOrd="0" presId="urn:microsoft.com/office/officeart/2008/layout/VerticalCurvedList"/>
    <dgm:cxn modelId="{91E55363-8DCA-455E-A203-06A9410994CB}" type="presParOf" srcId="{90561C55-3C6E-4D53-85E1-2C50BCDDA392}" destId="{AC9A216A-8375-48F9-A4E6-8E0B64C0209B}" srcOrd="6" destOrd="0" presId="urn:microsoft.com/office/officeart/2008/layout/VerticalCurvedList"/>
    <dgm:cxn modelId="{D866D586-1293-4049-B6E3-B467C1D5ED64}" type="presParOf" srcId="{AC9A216A-8375-48F9-A4E6-8E0B64C0209B}" destId="{A965097E-32F1-4AB8-8C4E-2814A7596B2F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9B43FC-100B-4A0D-A4D5-0D2D04B99064}">
      <dsp:nvSpPr>
        <dsp:cNvPr id="0" name=""/>
        <dsp:cNvSpPr/>
      </dsp:nvSpPr>
      <dsp:spPr>
        <a:xfrm>
          <a:off x="-4028574" y="-618397"/>
          <a:ext cx="4800732" cy="4800732"/>
        </a:xfrm>
        <a:prstGeom prst="blockArc">
          <a:avLst>
            <a:gd name="adj1" fmla="val 18900000"/>
            <a:gd name="adj2" fmla="val 2700000"/>
            <a:gd name="adj3" fmla="val 450"/>
          </a:avLst>
        </a:prstGeom>
        <a:noFill/>
        <a:ln w="12700" cap="rnd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319267-C71E-43C9-94E1-827D0616C7A7}">
      <dsp:nvSpPr>
        <dsp:cNvPr id="0" name=""/>
        <dsp:cNvSpPr/>
      </dsp:nvSpPr>
      <dsp:spPr>
        <a:xfrm>
          <a:off x="496568" y="356393"/>
          <a:ext cx="6310391" cy="7127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5775" tIns="78740" rIns="78740" bIns="78740" numCol="1" spcCol="1270" rtlCol="0" anchor="ctr" anchorCtr="0">
          <a:noAutofit/>
        </a:bodyPr>
        <a:lstStyle/>
        <a:p>
          <a:pPr marL="0" lvl="0" indent="0" algn="l" defTabSz="13779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kern="1200" noProof="1">
              <a:latin typeface="Calibri" panose="020F0502020204030204" pitchFamily="34" charset="0"/>
              <a:cs typeface="Calibri" panose="020F0502020204030204" pitchFamily="34" charset="0"/>
            </a:rPr>
            <a:t>Собрали кастомный датасет	</a:t>
          </a:r>
        </a:p>
      </dsp:txBody>
      <dsp:txXfrm>
        <a:off x="496568" y="356393"/>
        <a:ext cx="6310391" cy="712787"/>
      </dsp:txXfrm>
    </dsp:sp>
    <dsp:sp modelId="{07CB3071-D555-47DA-A36A-69EB91531FD8}">
      <dsp:nvSpPr>
        <dsp:cNvPr id="0" name=""/>
        <dsp:cNvSpPr/>
      </dsp:nvSpPr>
      <dsp:spPr>
        <a:xfrm>
          <a:off x="51076" y="267295"/>
          <a:ext cx="890984" cy="8909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DE6538-27BD-44AF-A1A8-CA8F6B10FDD2}">
      <dsp:nvSpPr>
        <dsp:cNvPr id="0" name=""/>
        <dsp:cNvSpPr/>
      </dsp:nvSpPr>
      <dsp:spPr>
        <a:xfrm>
          <a:off x="755666" y="1425575"/>
          <a:ext cx="6051292" cy="7127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5775" tIns="78740" rIns="78740" bIns="78740" numCol="1" spcCol="1270" rtlCol="0" anchor="ctr" anchorCtr="0">
          <a:noAutofit/>
        </a:bodyPr>
        <a:lstStyle/>
        <a:p>
          <a:pPr marL="0" lvl="0" indent="0" algn="l" defTabSz="13779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kern="1200" noProof="1">
              <a:latin typeface="Calibri" panose="020F0502020204030204" pitchFamily="34" charset="0"/>
              <a:cs typeface="Calibri" panose="020F0502020204030204" pitchFamily="34" charset="0"/>
            </a:rPr>
            <a:t>Дообучили модель</a:t>
          </a:r>
        </a:p>
      </dsp:txBody>
      <dsp:txXfrm>
        <a:off x="755666" y="1425575"/>
        <a:ext cx="6051292" cy="712787"/>
      </dsp:txXfrm>
    </dsp:sp>
    <dsp:sp modelId="{3F8116AC-FAC3-4E95-9865-93CCFEB191B9}">
      <dsp:nvSpPr>
        <dsp:cNvPr id="0" name=""/>
        <dsp:cNvSpPr/>
      </dsp:nvSpPr>
      <dsp:spPr>
        <a:xfrm>
          <a:off x="310174" y="1336476"/>
          <a:ext cx="890984" cy="8909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31CE4A-9776-44F4-BC03-867682E21374}">
      <dsp:nvSpPr>
        <dsp:cNvPr id="0" name=""/>
        <dsp:cNvSpPr/>
      </dsp:nvSpPr>
      <dsp:spPr>
        <a:xfrm>
          <a:off x="496568" y="2494756"/>
          <a:ext cx="6310391" cy="7127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5775" tIns="78740" rIns="78740" bIns="78740" numCol="1" spcCol="1270" rtlCol="0" anchor="ctr" anchorCtr="0">
          <a:noAutofit/>
        </a:bodyPr>
        <a:lstStyle/>
        <a:p>
          <a:pPr marL="0" lvl="0" indent="0" algn="l" defTabSz="13779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kern="1200" noProof="1">
              <a:latin typeface="Calibri" panose="020F0502020204030204" pitchFamily="34" charset="0"/>
              <a:cs typeface="Calibri" panose="020F0502020204030204" pitchFamily="34" charset="0"/>
            </a:rPr>
            <a:t>Создали </a:t>
          </a:r>
          <a:r>
            <a:rPr lang="en-US" sz="3100" kern="1200" noProof="1">
              <a:latin typeface="Calibri" panose="020F0502020204030204" pitchFamily="34" charset="0"/>
              <a:cs typeface="Calibri" panose="020F0502020204030204" pitchFamily="34" charset="0"/>
            </a:rPr>
            <a:t>web-</a:t>
          </a:r>
          <a:r>
            <a:rPr lang="ru-RU" sz="3100" kern="1200" noProof="1">
              <a:latin typeface="Calibri" panose="020F0502020204030204" pitchFamily="34" charset="0"/>
              <a:cs typeface="Calibri" panose="020F0502020204030204" pitchFamily="34" charset="0"/>
            </a:rPr>
            <a:t>приложение</a:t>
          </a:r>
        </a:p>
      </dsp:txBody>
      <dsp:txXfrm>
        <a:off x="496568" y="2494756"/>
        <a:ext cx="6310391" cy="712787"/>
      </dsp:txXfrm>
    </dsp:sp>
    <dsp:sp modelId="{A965097E-32F1-4AB8-8C4E-2814A7596B2F}">
      <dsp:nvSpPr>
        <dsp:cNvPr id="0" name=""/>
        <dsp:cNvSpPr/>
      </dsp:nvSpPr>
      <dsp:spPr>
        <a:xfrm>
          <a:off x="51076" y="2405658"/>
          <a:ext cx="890984" cy="8909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D9C4667-D0EB-4182-A979-F1BD41F3D31E}" type="datetime1">
              <a:rPr lang="ru-RU" smtClean="0"/>
              <a:t>10.02.2026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D90168E-626C-4E60-93C0-A00D256094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52E72FE-6225-48DC-96F7-A6D4A27B79B8}" type="datetime1">
              <a:rPr lang="ru-RU" noProof="0" smtClean="0"/>
              <a:t>10.02.2026</a:t>
            </a:fld>
            <a:endParaRPr lang="ru-RU" noProof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B3AB32-59DF-41F1-9618-EDFBF5049629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51155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ru-RU" noProof="0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8A5E3DB2-6224-4F87-96B2-901B51FC324F}" type="datetime1">
              <a:rPr lang="ru-RU" noProof="0" smtClean="0"/>
              <a:t>10.02.2026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941335E-9FC5-4332-89A1-F61C26AF68B8}" type="datetime1">
              <a:rPr lang="ru-RU" noProof="0" smtClean="0"/>
              <a:t>10.02.2026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79742827-D144-4B2C-B4EF-283D1A1D2ABE}" type="datetime1">
              <a:rPr lang="ru-RU" noProof="0" smtClean="0"/>
              <a:t>10.02.2026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 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6134D18-76F3-4340-B8E3-CE0608B72693}" type="datetime1">
              <a:rPr lang="ru-RU" noProof="0" smtClean="0"/>
              <a:t>10.02.2026</a:t>
            </a:fld>
            <a:endParaRPr lang="ru-RU" noProof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Заголовок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1B1DAD5-1ADC-4BAD-A5A2-B644A9983A58}" type="datetime1">
              <a:rPr lang="ru-RU" noProof="0" smtClean="0"/>
              <a:t>10.02.2026</a:t>
            </a:fld>
            <a:endParaRPr lang="ru-RU" noProof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34B273F-9A6A-422D-A6AB-3990B7538E9C}" type="datetime1">
              <a:rPr lang="ru-RU" noProof="0" smtClean="0"/>
              <a:t>10.02.2026</a:t>
            </a:fld>
            <a:endParaRPr lang="ru-RU" noProof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7" name="Прямоугольник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F026E7C-B2F6-41BB-9643-AACFC392E830}" type="datetime1">
              <a:rPr lang="ru-RU" noProof="0" smtClean="0"/>
              <a:t>10.02.2026</a:t>
            </a:fld>
            <a:endParaRPr lang="ru-RU" noProof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72B0968A-0AED-4FB8-B40B-FB67848094BA}" type="datetime1">
              <a:rPr lang="ru-RU" noProof="0" smtClean="0"/>
              <a:t>10.02.2026</a:t>
            </a:fld>
            <a:endParaRPr lang="ru-RU" noProof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Рисунок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E1F5BCB-5907-4BE5-BDA8-E10478C468F1}" type="datetime1">
              <a:rPr lang="ru-RU" noProof="0" smtClean="0"/>
              <a:t>10.02.2026</a:t>
            </a:fld>
            <a:endParaRPr lang="ru-RU" noProof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Заголовок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0724630-BB87-4AF9-A3EB-1FC0B7D5A0A2}" type="datetime1">
              <a:rPr lang="ru-RU" noProof="0" smtClean="0"/>
              <a:t>10.02.2026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ED2A334-CAC3-41D9-9F20-8680444032ED}" type="datetime1">
              <a:rPr lang="ru-RU" noProof="0" smtClean="0"/>
              <a:t>10.02.2026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22E8C287-D018-43BB-961A-194062A1E79C}" type="datetime1">
              <a:rPr lang="ru-RU" smtClean="0"/>
              <a:pPr/>
              <a:t>10.02.2026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57F1E4F-1CFF-5643-939E-217C01CDF56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>
              <a:latin typeface="Calibri" panose="020F0502020204030204" pitchFamily="34" charset="0"/>
            </a:endParaRPr>
          </a:p>
        </p:txBody>
      </p:sp>
      <p:pic>
        <p:nvPicPr>
          <p:cNvPr id="7" name="Рисунок 6" descr="Цифровые подключения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</p:grp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 rtlCol="0">
            <a:noAutofit/>
          </a:bodyPr>
          <a:lstStyle/>
          <a:p>
            <a:pPr rtl="0"/>
            <a:r>
              <a:rPr lang="ru-RU" sz="6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Внедрение ИИ-процессов 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 rtlCol="0">
            <a:normAutofit/>
          </a:bodyPr>
          <a:lstStyle/>
          <a:p>
            <a:pPr rtl="0"/>
            <a:endParaRPr lang="ru-RU" dirty="0">
              <a:solidFill>
                <a:srgbClr val="7CEB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AE9D071-98CF-435C-BD2B-976514544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>
              <a:latin typeface="Calibri" panose="020F0502020204030204" pitchFamily="34" charset="0"/>
            </a:endParaRPr>
          </a:p>
        </p:txBody>
      </p:sp>
      <p:pic>
        <p:nvPicPr>
          <p:cNvPr id="8" name="Объект 4" descr="Числа">
            <a:extLst>
              <a:ext uri="{FF2B5EF4-FFF2-40B4-BE49-F238E27FC236}">
                <a16:creationId xmlns:a16="http://schemas.microsoft.com/office/drawing/2014/main" id="{EA70616B-E344-4856-8DF9-707C2623661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681" r="9091" b="1271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D619FC33-16ED-4246-9596-BEFEB55E4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7" y="457200"/>
            <a:ext cx="7507083" cy="5935132"/>
            <a:chOff x="438067" y="457200"/>
            <a:chExt cx="7507083" cy="5935132"/>
          </a:xfrm>
        </p:grpSpPr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2EEA80E1-F99F-4009-837F-2F72F8A5D5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7" y="618067"/>
              <a:ext cx="7503665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0230AF9A-4641-4BD8-9F95-9607CD3040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8703D4EC-9389-41B6-B88B-B6FDC8CD33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2616EE-270D-4F4C-BA1F-2708D387B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006956"/>
            <a:ext cx="7213600" cy="1121871"/>
          </a:xfrm>
        </p:spPr>
        <p:txBody>
          <a:bodyPr rtlCol="0" anchor="ctr">
            <a:normAutofit/>
          </a:bodyPr>
          <a:lstStyle/>
          <a:p>
            <a:pPr algn="ctr" rtl="0"/>
            <a:r>
              <a:rPr lang="ru-RU" noProof="1">
                <a:latin typeface="Calibri" panose="020F0502020204030204" pitchFamily="34" charset="0"/>
                <a:cs typeface="Calibri" panose="020F0502020204030204" pitchFamily="34" charset="0"/>
              </a:rPr>
              <a:t>Процесс создания модели</a:t>
            </a:r>
          </a:p>
        </p:txBody>
      </p:sp>
      <p:graphicFrame>
        <p:nvGraphicFramePr>
          <p:cNvPr id="6" name="Объект 5" descr="SmartArt">
            <a:extLst>
              <a:ext uri="{FF2B5EF4-FFF2-40B4-BE49-F238E27FC236}">
                <a16:creationId xmlns:a16="http://schemas.microsoft.com/office/drawing/2014/main" id="{BF629521-FFD2-45DA-9D1D-A5F09BD5A2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871293"/>
              </p:ext>
            </p:extLst>
          </p:nvPr>
        </p:nvGraphicFramePr>
        <p:xfrm>
          <a:off x="719571" y="2198254"/>
          <a:ext cx="6854248" cy="3563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2093220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96FB3EEC-CB3D-C488-00FF-73AF0508E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ru-RU" dirty="0"/>
              <a:t>Проект в цифрах</a:t>
            </a:r>
            <a:endParaRPr lang="en-US" dirty="0"/>
          </a:p>
        </p:txBody>
      </p:sp>
      <p:pic>
        <p:nvPicPr>
          <p:cNvPr id="4" name="Рисунок 3" descr="Числа">
            <a:extLst>
              <a:ext uri="{FF2B5EF4-FFF2-40B4-BE49-F238E27FC236}">
                <a16:creationId xmlns:a16="http://schemas.microsoft.com/office/drawing/2014/main" id="{CDC13DBB-8A95-C05D-E5EA-C7C5DF47CB7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892946" y="2228003"/>
            <a:ext cx="4798883" cy="3633047"/>
          </a:xfrm>
          <a:prstGeom prst="rect">
            <a:avLst/>
          </a:prstGeom>
          <a:noFill/>
        </p:spPr>
      </p:pic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14C76CDA-E61B-75A7-4FFF-6243728BA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/>
          <a:lstStyle/>
          <a:p>
            <a:r>
              <a:rPr lang="ru-RU" dirty="0"/>
              <a:t>Меток тематик: 3 275 </a:t>
            </a:r>
          </a:p>
          <a:p>
            <a:r>
              <a:rPr lang="ru-RU" dirty="0"/>
              <a:t>Размеченные семплы для модели: 460 428</a:t>
            </a:r>
          </a:p>
          <a:p>
            <a:r>
              <a:rPr lang="ru-RU" dirty="0"/>
              <a:t>Тексты: 24 461</a:t>
            </a:r>
          </a:p>
          <a:p>
            <a:endParaRPr lang="ru-RU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4716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E62722-27EC-9CF4-E19F-65A6A2442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Разработали метрики качества – 2 ИНФОПОВОДА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B5037A6-0419-0EA5-CCF8-659A07855E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52922" y="3245618"/>
            <a:ext cx="1909187" cy="592853"/>
          </a:xfrm>
        </p:spPr>
        <p:txBody>
          <a:bodyPr/>
          <a:lstStyle/>
          <a:p>
            <a:pPr marL="0" indent="0">
              <a:buNone/>
            </a:pPr>
            <a:r>
              <a:rPr lang="ru-RU" b="1" dirty="0"/>
              <a:t>ДО обучения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D6D5712-C631-9D4B-F494-C414CDD0017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l="7160" r="4106" b="1145"/>
          <a:stretch>
            <a:fillRect/>
          </a:stretch>
        </p:blipFill>
        <p:spPr>
          <a:xfrm>
            <a:off x="442033" y="3952907"/>
            <a:ext cx="5653967" cy="2306098"/>
          </a:xfrm>
          <a:prstGeom prst="rect">
            <a:avLst/>
          </a:prstGeom>
        </p:spPr>
      </p:pic>
      <p:sp>
        <p:nvSpPr>
          <p:cNvPr id="6" name="Объект 3">
            <a:extLst>
              <a:ext uri="{FF2B5EF4-FFF2-40B4-BE49-F238E27FC236}">
                <a16:creationId xmlns:a16="http://schemas.microsoft.com/office/drawing/2014/main" id="{F7A21D64-70F5-6645-707C-173C79D35BA5}"/>
              </a:ext>
            </a:extLst>
          </p:cNvPr>
          <p:cNvSpPr txBox="1">
            <a:spLocks/>
          </p:cNvSpPr>
          <p:nvPr/>
        </p:nvSpPr>
        <p:spPr>
          <a:xfrm>
            <a:off x="7668565" y="1888950"/>
            <a:ext cx="1909187" cy="5928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ru-RU" b="1" dirty="0"/>
              <a:t>ПОСЛЕ обучения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87543A8-2A92-13DF-D92A-852E6B432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9278" y="2481803"/>
            <a:ext cx="5620689" cy="1892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4535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E3295-E253-02CA-8403-08427C0B8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ED2BF3-5B75-7C81-CB5D-BA0E18055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Разработали метрики качества – 5 ИНФОПОВОДОВ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5FDA2E1-ED56-6A13-AA59-BFE4A46D89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52922" y="3245618"/>
            <a:ext cx="1909187" cy="592853"/>
          </a:xfrm>
        </p:spPr>
        <p:txBody>
          <a:bodyPr/>
          <a:lstStyle/>
          <a:p>
            <a:pPr marL="0" indent="0">
              <a:buNone/>
            </a:pPr>
            <a:r>
              <a:rPr lang="ru-RU" b="1" dirty="0"/>
              <a:t>ДО обучения</a:t>
            </a:r>
          </a:p>
        </p:txBody>
      </p:sp>
      <p:sp>
        <p:nvSpPr>
          <p:cNvPr id="6" name="Объект 3">
            <a:extLst>
              <a:ext uri="{FF2B5EF4-FFF2-40B4-BE49-F238E27FC236}">
                <a16:creationId xmlns:a16="http://schemas.microsoft.com/office/drawing/2014/main" id="{0A56AE06-C909-F89D-CCB4-DF5E22799DA4}"/>
              </a:ext>
            </a:extLst>
          </p:cNvPr>
          <p:cNvSpPr txBox="1">
            <a:spLocks/>
          </p:cNvSpPr>
          <p:nvPr/>
        </p:nvSpPr>
        <p:spPr>
          <a:xfrm>
            <a:off x="7668565" y="1888950"/>
            <a:ext cx="1909187" cy="5928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ru-RU" b="1" dirty="0"/>
              <a:t>ПОСЛЕ обучения</a:t>
            </a:r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FDC80090-C970-DE71-6734-BACFE05964C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59478" y="3887543"/>
            <a:ext cx="5422900" cy="224079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5A261A7-9B6C-E3E1-6F87-E5EE44D5E6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2281" y="2552577"/>
            <a:ext cx="5576275" cy="2119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6208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Пользовательские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1209203_TF56390039_Win32" id="{FCB14B3E-2B92-48B8-A334-05E7A8EE34E1}" vid="{B6EC9E21-8C82-4EB1-BBE7-A370F785D0CA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{97D75367-55B5-4157-978D-B62C5DB1F344}TF9cd6fad6-da1d-416b-8dc8-a086cd1045b10ab91e17_win32-255038bb7394</Template>
  <TotalTime>346</TotalTime>
  <Words>55</Words>
  <Application>Microsoft Office PowerPoint</Application>
  <PresentationFormat>Широкоэкранный</PresentationFormat>
  <Paragraphs>17</Paragraphs>
  <Slides>5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Calibri</vt:lpstr>
      <vt:lpstr>Corbel</vt:lpstr>
      <vt:lpstr>Wingdings 2</vt:lpstr>
      <vt:lpstr>Пользовательские</vt:lpstr>
      <vt:lpstr>Внедрение ИИ-процессов </vt:lpstr>
      <vt:lpstr>Процесс создания модели</vt:lpstr>
      <vt:lpstr>Проект в цифрах</vt:lpstr>
      <vt:lpstr>Разработали метрики качества – 2 ИНФОПОВОДА</vt:lpstr>
      <vt:lpstr>Разработали метрики качества – 5 ИНФОПОВОДОВ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Авгиненко Анна Дмитриевна</dc:creator>
  <cp:lastModifiedBy>Asus</cp:lastModifiedBy>
  <cp:revision>6</cp:revision>
  <dcterms:created xsi:type="dcterms:W3CDTF">2025-12-08T08:39:38Z</dcterms:created>
  <dcterms:modified xsi:type="dcterms:W3CDTF">2026-02-10T09:22:09Z</dcterms:modified>
</cp:coreProperties>
</file>